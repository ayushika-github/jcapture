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  <p:sldMasterId id="2147483660" r:id="rId5"/>
  </p:sldMasterIdLst>
  <p:notesMasterIdLst>
    <p:notesMasterId r:id="rId14"/>
  </p:notesMasterIdLst>
  <p:sldIdLst>
    <p:sldId id="688" r:id="rId6"/>
    <p:sldId id="689" r:id="rId7"/>
    <p:sldId id="694" r:id="rId8"/>
    <p:sldId id="690" r:id="rId9"/>
    <p:sldId id="696" r:id="rId10"/>
    <p:sldId id="691" r:id="rId11"/>
    <p:sldId id="692" r:id="rId12"/>
    <p:sldId id="693" r:id="rId13"/>
  </p:sldIdLst>
  <p:sldSz cx="11430000" cy="6858000"/>
  <p:notesSz cx="6858000" cy="9144000"/>
  <p:embeddedFontLst>
    <p:embeddedFont>
      <p:font typeface="Tahoma" panose="020B0604030504040204" pitchFamily="34" charset="0"/>
      <p:regular r:id="rId15"/>
      <p:bold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userDrawn="1">
          <p15:clr>
            <a:srgbClr val="A4A3A4"/>
          </p15:clr>
        </p15:guide>
        <p15:guide id="5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unal Shah1" initials="KS" lastIdx="17" clrIdx="0">
    <p:extLst>
      <p:ext uri="{19B8F6BF-5375-455C-9EA6-DF929625EA0E}">
        <p15:presenceInfo xmlns:p15="http://schemas.microsoft.com/office/powerpoint/2012/main" userId="S-1-5-21-3300683355-3145551286-600073073-226729" providerId="AD"/>
      </p:ext>
    </p:extLst>
  </p:cmAuthor>
  <p:cmAuthor id="2" name="sachin.jain@bennett.edu.in" initials="s" lastIdx="44" clrIdx="1">
    <p:extLst>
      <p:ext uri="{19B8F6BF-5375-455C-9EA6-DF929625EA0E}">
        <p15:presenceInfo xmlns:p15="http://schemas.microsoft.com/office/powerpoint/2012/main" userId="S-1-5-21-3650601058-2927273457-3098908604-8381" providerId="AD"/>
      </p:ext>
    </p:extLst>
  </p:cmAuthor>
  <p:cmAuthor id="3" name="Prayag Padwal" initials="PP" lastIdx="12" clrIdx="2">
    <p:extLst>
      <p:ext uri="{19B8F6BF-5375-455C-9EA6-DF929625EA0E}">
        <p15:presenceInfo xmlns:p15="http://schemas.microsoft.com/office/powerpoint/2012/main" userId="S-1-5-21-3300683355-3145551286-600073073-226733" providerId="AD"/>
      </p:ext>
    </p:extLst>
  </p:cmAuthor>
  <p:cmAuthor id="4" name="kapil.gaba" initials="k" lastIdx="7" clrIdx="3">
    <p:extLst>
      <p:ext uri="{19B8F6BF-5375-455C-9EA6-DF929625EA0E}">
        <p15:presenceInfo xmlns:p15="http://schemas.microsoft.com/office/powerpoint/2012/main" userId="S-1-5-21-3650601058-2927273457-3098908604-8223" providerId="AD"/>
      </p:ext>
    </p:extLst>
  </p:cmAuthor>
  <p:cmAuthor id="5" name="Kapil Gaba" initials="KG" lastIdx="44" clrIdx="4">
    <p:extLst>
      <p:ext uri="{19B8F6BF-5375-455C-9EA6-DF929625EA0E}">
        <p15:presenceInfo xmlns:p15="http://schemas.microsoft.com/office/powerpoint/2012/main" userId="S::kapil.gaba@bennett.edu.in::202fb0e0-c7ba-4f09-97df-33284bf03dac" providerId="AD"/>
      </p:ext>
    </p:extLst>
  </p:cmAuthor>
  <p:cmAuthor id="6" name="Sachin Jain" initials="SJ" lastIdx="51" clrIdx="5">
    <p:extLst>
      <p:ext uri="{19B8F6BF-5375-455C-9EA6-DF929625EA0E}">
        <p15:presenceInfo xmlns:p15="http://schemas.microsoft.com/office/powerpoint/2012/main" userId="S::sachin.jain@bennett.edu.in::45a2ee06-0f1e-4ce6-9b89-d7d85875a86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94DA5"/>
    <a:srgbClr val="D4242F"/>
    <a:srgbClr val="4D4D4D"/>
    <a:srgbClr val="FF5C29"/>
    <a:srgbClr val="A9D0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97E77B-6756-4A06-8DD7-F7090C96E632}" v="2" dt="2025-02-02T07:52:46.9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917" y="48"/>
      </p:cViewPr>
      <p:guideLst>
        <p:guide orient="horz"/>
        <p:guide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font" Target="fonts/font1.fntdata"/><Relationship Id="rId23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notesMaster" Target="notesMasters/notesMaster1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iv Shivhare" userId="e430a6e0-652f-47fd-8a9e-a5ca3b9c72fb" providerId="ADAL" clId="{3B97E77B-6756-4A06-8DD7-F7090C96E632}"/>
    <pc:docChg chg="undo redo custSel addSld delSld modSld">
      <pc:chgData name="Shiv Shivhare" userId="e430a6e0-652f-47fd-8a9e-a5ca3b9c72fb" providerId="ADAL" clId="{3B97E77B-6756-4A06-8DD7-F7090C96E632}" dt="2025-02-02T08:10:20.261" v="360" actId="2890"/>
      <pc:docMkLst>
        <pc:docMk/>
      </pc:docMkLst>
      <pc:sldChg chg="addSp delSp modSp del mod">
        <pc:chgData name="Shiv Shivhare" userId="e430a6e0-652f-47fd-8a9e-a5ca3b9c72fb" providerId="ADAL" clId="{3B97E77B-6756-4A06-8DD7-F7090C96E632}" dt="2025-02-02T08:02:07.663" v="312" actId="47"/>
        <pc:sldMkLst>
          <pc:docMk/>
          <pc:sldMk cId="447495336" sldId="686"/>
        </pc:sldMkLst>
        <pc:spChg chg="mod">
          <ac:chgData name="Shiv Shivhare" userId="e430a6e0-652f-47fd-8a9e-a5ca3b9c72fb" providerId="ADAL" clId="{3B97E77B-6756-4A06-8DD7-F7090C96E632}" dt="2025-02-02T07:51:19.548" v="224" actId="1076"/>
          <ac:spMkLst>
            <pc:docMk/>
            <pc:sldMk cId="447495336" sldId="686"/>
            <ac:spMk id="3" creationId="{B917E014-2D06-6EF6-A50F-40A368FB3909}"/>
          </ac:spMkLst>
        </pc:spChg>
        <pc:spChg chg="mod">
          <ac:chgData name="Shiv Shivhare" userId="e430a6e0-652f-47fd-8a9e-a5ca3b9c72fb" providerId="ADAL" clId="{3B97E77B-6756-4A06-8DD7-F7090C96E632}" dt="2025-02-02T07:54:30.903" v="297"/>
          <ac:spMkLst>
            <pc:docMk/>
            <pc:sldMk cId="447495336" sldId="686"/>
            <ac:spMk id="5" creationId="{51C971FB-0C9A-5189-B5C5-8E583510E7F5}"/>
          </ac:spMkLst>
        </pc:spChg>
        <pc:spChg chg="add mod">
          <ac:chgData name="Shiv Shivhare" userId="e430a6e0-652f-47fd-8a9e-a5ca3b9c72fb" providerId="ADAL" clId="{3B97E77B-6756-4A06-8DD7-F7090C96E632}" dt="2025-02-02T07:48:14.033" v="57" actId="1076"/>
          <ac:spMkLst>
            <pc:docMk/>
            <pc:sldMk cId="447495336" sldId="686"/>
            <ac:spMk id="7" creationId="{A52D0B37-20A9-C0B5-7264-4479DA3453CA}"/>
          </ac:spMkLst>
        </pc:spChg>
        <pc:spChg chg="add mod">
          <ac:chgData name="Shiv Shivhare" userId="e430a6e0-652f-47fd-8a9e-a5ca3b9c72fb" providerId="ADAL" clId="{3B97E77B-6756-4A06-8DD7-F7090C96E632}" dt="2025-02-02T07:53:42.016" v="274" actId="14100"/>
          <ac:spMkLst>
            <pc:docMk/>
            <pc:sldMk cId="447495336" sldId="686"/>
            <ac:spMk id="8" creationId="{3A5DCFEF-8528-ECF9-A284-482D0B6432BB}"/>
          </ac:spMkLst>
        </pc:spChg>
        <pc:graphicFrameChg chg="del modGraphic">
          <ac:chgData name="Shiv Shivhare" userId="e430a6e0-652f-47fd-8a9e-a5ca3b9c72fb" providerId="ADAL" clId="{3B97E77B-6756-4A06-8DD7-F7090C96E632}" dt="2025-02-02T07:43:17.506" v="20" actId="478"/>
          <ac:graphicFrameMkLst>
            <pc:docMk/>
            <pc:sldMk cId="447495336" sldId="686"/>
            <ac:graphicFrameMk id="4" creationId="{CF8A8184-4FEF-F468-DD04-966F0857E53F}"/>
          </ac:graphicFrameMkLst>
        </pc:graphicFrameChg>
      </pc:sldChg>
      <pc:sldChg chg="modSp add del mod">
        <pc:chgData name="Shiv Shivhare" userId="e430a6e0-652f-47fd-8a9e-a5ca3b9c72fb" providerId="ADAL" clId="{3B97E77B-6756-4A06-8DD7-F7090C96E632}" dt="2025-02-02T08:03:20.610" v="315" actId="2696"/>
        <pc:sldMkLst>
          <pc:docMk/>
          <pc:sldMk cId="2557519026" sldId="687"/>
        </pc:sldMkLst>
        <pc:spChg chg="mod">
          <ac:chgData name="Shiv Shivhare" userId="e430a6e0-652f-47fd-8a9e-a5ca3b9c72fb" providerId="ADAL" clId="{3B97E77B-6756-4A06-8DD7-F7090C96E632}" dt="2025-02-02T08:01:44.584" v="311" actId="6549"/>
          <ac:spMkLst>
            <pc:docMk/>
            <pc:sldMk cId="2557519026" sldId="687"/>
            <ac:spMk id="5" creationId="{51C971FB-0C9A-5189-B5C5-8E583510E7F5}"/>
          </ac:spMkLst>
        </pc:spChg>
        <pc:spChg chg="mod">
          <ac:chgData name="Shiv Shivhare" userId="e430a6e0-652f-47fd-8a9e-a5ca3b9c72fb" providerId="ADAL" clId="{3B97E77B-6756-4A06-8DD7-F7090C96E632}" dt="2025-02-02T08:01:32.121" v="310" actId="1076"/>
          <ac:spMkLst>
            <pc:docMk/>
            <pc:sldMk cId="2557519026" sldId="687"/>
            <ac:spMk id="8" creationId="{3A5DCFEF-8528-ECF9-A284-482D0B6432BB}"/>
          </ac:spMkLst>
        </pc:spChg>
      </pc:sldChg>
      <pc:sldChg chg="modSp add mod">
        <pc:chgData name="Shiv Shivhare" userId="e430a6e0-652f-47fd-8a9e-a5ca3b9c72fb" providerId="ADAL" clId="{3B97E77B-6756-4A06-8DD7-F7090C96E632}" dt="2025-02-02T08:07:14.202" v="335" actId="1076"/>
        <pc:sldMkLst>
          <pc:docMk/>
          <pc:sldMk cId="764345788" sldId="688"/>
        </pc:sldMkLst>
        <pc:spChg chg="mod">
          <ac:chgData name="Shiv Shivhare" userId="e430a6e0-652f-47fd-8a9e-a5ca3b9c72fb" providerId="ADAL" clId="{3B97E77B-6756-4A06-8DD7-F7090C96E632}" dt="2025-02-02T08:07:14.202" v="335" actId="1076"/>
          <ac:spMkLst>
            <pc:docMk/>
            <pc:sldMk cId="764345788" sldId="688"/>
            <ac:spMk id="3" creationId="{B917E014-2D06-6EF6-A50F-40A368FB3909}"/>
          </ac:spMkLst>
        </pc:spChg>
        <pc:spChg chg="mod">
          <ac:chgData name="Shiv Shivhare" userId="e430a6e0-652f-47fd-8a9e-a5ca3b9c72fb" providerId="ADAL" clId="{3B97E77B-6756-4A06-8DD7-F7090C96E632}" dt="2025-02-02T08:02:52.834" v="314" actId="1076"/>
          <ac:spMkLst>
            <pc:docMk/>
            <pc:sldMk cId="764345788" sldId="688"/>
            <ac:spMk id="7" creationId="{A52D0B37-20A9-C0B5-7264-4479DA3453CA}"/>
          </ac:spMkLst>
        </pc:spChg>
      </pc:sldChg>
      <pc:sldChg chg="delSp modSp add mod">
        <pc:chgData name="Shiv Shivhare" userId="e430a6e0-652f-47fd-8a9e-a5ca3b9c72fb" providerId="ADAL" clId="{3B97E77B-6756-4A06-8DD7-F7090C96E632}" dt="2025-02-02T08:07:26.411" v="336" actId="255"/>
        <pc:sldMkLst>
          <pc:docMk/>
          <pc:sldMk cId="989047356" sldId="689"/>
        </pc:sldMkLst>
        <pc:spChg chg="mod">
          <ac:chgData name="Shiv Shivhare" userId="e430a6e0-652f-47fd-8a9e-a5ca3b9c72fb" providerId="ADAL" clId="{3B97E77B-6756-4A06-8DD7-F7090C96E632}" dt="2025-02-02T08:07:26.411" v="336" actId="255"/>
          <ac:spMkLst>
            <pc:docMk/>
            <pc:sldMk cId="989047356" sldId="689"/>
            <ac:spMk id="3" creationId="{B917E014-2D06-6EF6-A50F-40A368FB3909}"/>
          </ac:spMkLst>
        </pc:spChg>
        <pc:spChg chg="del">
          <ac:chgData name="Shiv Shivhare" userId="e430a6e0-652f-47fd-8a9e-a5ca3b9c72fb" providerId="ADAL" clId="{3B97E77B-6756-4A06-8DD7-F7090C96E632}" dt="2025-02-02T08:05:57.762" v="324" actId="478"/>
          <ac:spMkLst>
            <pc:docMk/>
            <pc:sldMk cId="989047356" sldId="689"/>
            <ac:spMk id="5" creationId="{51C971FB-0C9A-5189-B5C5-8E583510E7F5}"/>
          </ac:spMkLst>
        </pc:spChg>
        <pc:spChg chg="del mod">
          <ac:chgData name="Shiv Shivhare" userId="e430a6e0-652f-47fd-8a9e-a5ca3b9c72fb" providerId="ADAL" clId="{3B97E77B-6756-4A06-8DD7-F7090C96E632}" dt="2025-02-02T08:06:28.158" v="327" actId="478"/>
          <ac:spMkLst>
            <pc:docMk/>
            <pc:sldMk cId="989047356" sldId="689"/>
            <ac:spMk id="7" creationId="{A52D0B37-20A9-C0B5-7264-4479DA3453CA}"/>
          </ac:spMkLst>
        </pc:spChg>
        <pc:spChg chg="del">
          <ac:chgData name="Shiv Shivhare" userId="e430a6e0-652f-47fd-8a9e-a5ca3b9c72fb" providerId="ADAL" clId="{3B97E77B-6756-4A06-8DD7-F7090C96E632}" dt="2025-02-02T08:05:55.686" v="323" actId="478"/>
          <ac:spMkLst>
            <pc:docMk/>
            <pc:sldMk cId="989047356" sldId="689"/>
            <ac:spMk id="8" creationId="{3A5DCFEF-8528-ECF9-A284-482D0B6432BB}"/>
          </ac:spMkLst>
        </pc:spChg>
      </pc:sldChg>
      <pc:sldChg chg="modSp add mod">
        <pc:chgData name="Shiv Shivhare" userId="e430a6e0-652f-47fd-8a9e-a5ca3b9c72fb" providerId="ADAL" clId="{3B97E77B-6756-4A06-8DD7-F7090C96E632}" dt="2025-02-02T08:07:33.670" v="337" actId="255"/>
        <pc:sldMkLst>
          <pc:docMk/>
          <pc:sldMk cId="1024638685" sldId="690"/>
        </pc:sldMkLst>
        <pc:spChg chg="mod">
          <ac:chgData name="Shiv Shivhare" userId="e430a6e0-652f-47fd-8a9e-a5ca3b9c72fb" providerId="ADAL" clId="{3B97E77B-6756-4A06-8DD7-F7090C96E632}" dt="2025-02-02T08:07:33.670" v="337" actId="255"/>
          <ac:spMkLst>
            <pc:docMk/>
            <pc:sldMk cId="1024638685" sldId="690"/>
            <ac:spMk id="3" creationId="{B917E014-2D06-6EF6-A50F-40A368FB3909}"/>
          </ac:spMkLst>
        </pc:spChg>
      </pc:sldChg>
      <pc:sldChg chg="modSp add mod">
        <pc:chgData name="Shiv Shivhare" userId="e430a6e0-652f-47fd-8a9e-a5ca3b9c72fb" providerId="ADAL" clId="{3B97E77B-6756-4A06-8DD7-F7090C96E632}" dt="2025-02-02T08:08:19.087" v="345" actId="20577"/>
        <pc:sldMkLst>
          <pc:docMk/>
          <pc:sldMk cId="3193592411" sldId="691"/>
        </pc:sldMkLst>
        <pc:spChg chg="mod">
          <ac:chgData name="Shiv Shivhare" userId="e430a6e0-652f-47fd-8a9e-a5ca3b9c72fb" providerId="ADAL" clId="{3B97E77B-6756-4A06-8DD7-F7090C96E632}" dt="2025-02-02T08:08:19.087" v="345" actId="20577"/>
          <ac:spMkLst>
            <pc:docMk/>
            <pc:sldMk cId="3193592411" sldId="691"/>
            <ac:spMk id="3" creationId="{B917E014-2D06-6EF6-A50F-40A368FB3909}"/>
          </ac:spMkLst>
        </pc:spChg>
      </pc:sldChg>
      <pc:sldChg chg="modSp add mod">
        <pc:chgData name="Shiv Shivhare" userId="e430a6e0-652f-47fd-8a9e-a5ca3b9c72fb" providerId="ADAL" clId="{3B97E77B-6756-4A06-8DD7-F7090C96E632}" dt="2025-02-02T08:08:50.838" v="351" actId="20577"/>
        <pc:sldMkLst>
          <pc:docMk/>
          <pc:sldMk cId="2460478774" sldId="692"/>
        </pc:sldMkLst>
        <pc:spChg chg="mod">
          <ac:chgData name="Shiv Shivhare" userId="e430a6e0-652f-47fd-8a9e-a5ca3b9c72fb" providerId="ADAL" clId="{3B97E77B-6756-4A06-8DD7-F7090C96E632}" dt="2025-02-02T08:08:50.838" v="351" actId="20577"/>
          <ac:spMkLst>
            <pc:docMk/>
            <pc:sldMk cId="2460478774" sldId="692"/>
            <ac:spMk id="3" creationId="{B917E014-2D06-6EF6-A50F-40A368FB3909}"/>
          </ac:spMkLst>
        </pc:spChg>
      </pc:sldChg>
      <pc:sldChg chg="modSp add mod">
        <pc:chgData name="Shiv Shivhare" userId="e430a6e0-652f-47fd-8a9e-a5ca3b9c72fb" providerId="ADAL" clId="{3B97E77B-6756-4A06-8DD7-F7090C96E632}" dt="2025-02-02T08:09:20.976" v="357" actId="20577"/>
        <pc:sldMkLst>
          <pc:docMk/>
          <pc:sldMk cId="666742226" sldId="693"/>
        </pc:sldMkLst>
        <pc:spChg chg="mod">
          <ac:chgData name="Shiv Shivhare" userId="e430a6e0-652f-47fd-8a9e-a5ca3b9c72fb" providerId="ADAL" clId="{3B97E77B-6756-4A06-8DD7-F7090C96E632}" dt="2025-02-02T08:09:20.976" v="357" actId="20577"/>
          <ac:spMkLst>
            <pc:docMk/>
            <pc:sldMk cId="666742226" sldId="693"/>
            <ac:spMk id="3" creationId="{B917E014-2D06-6EF6-A50F-40A368FB3909}"/>
          </ac:spMkLst>
        </pc:spChg>
      </pc:sldChg>
      <pc:sldChg chg="add">
        <pc:chgData name="Shiv Shivhare" userId="e430a6e0-652f-47fd-8a9e-a5ca3b9c72fb" providerId="ADAL" clId="{3B97E77B-6756-4A06-8DD7-F7090C96E632}" dt="2025-02-02T08:10:04.924" v="358" actId="2890"/>
        <pc:sldMkLst>
          <pc:docMk/>
          <pc:sldMk cId="1990407711" sldId="694"/>
        </pc:sldMkLst>
      </pc:sldChg>
      <pc:sldChg chg="add">
        <pc:chgData name="Shiv Shivhare" userId="e430a6e0-652f-47fd-8a9e-a5ca3b9c72fb" providerId="ADAL" clId="{3B97E77B-6756-4A06-8DD7-F7090C96E632}" dt="2025-02-02T08:10:13.626" v="359" actId="2890"/>
        <pc:sldMkLst>
          <pc:docMk/>
          <pc:sldMk cId="2029873163" sldId="695"/>
        </pc:sldMkLst>
      </pc:sldChg>
      <pc:sldChg chg="add">
        <pc:chgData name="Shiv Shivhare" userId="e430a6e0-652f-47fd-8a9e-a5ca3b9c72fb" providerId="ADAL" clId="{3B97E77B-6756-4A06-8DD7-F7090C96E632}" dt="2025-02-02T08:10:20.261" v="360" actId="2890"/>
        <pc:sldMkLst>
          <pc:docMk/>
          <pc:sldMk cId="920939454" sldId="696"/>
        </pc:sldMkLst>
      </pc:sldChg>
      <pc:sldChg chg="del">
        <pc:chgData name="Shiv Shivhare" userId="e430a6e0-652f-47fd-8a9e-a5ca3b9c72fb" providerId="ADAL" clId="{3B97E77B-6756-4A06-8DD7-F7090C96E632}" dt="2025-02-02T07:41:52.910" v="0" actId="47"/>
        <pc:sldMkLst>
          <pc:docMk/>
          <pc:sldMk cId="1284729643" sldId="697"/>
        </pc:sldMkLst>
      </pc:sldChg>
      <pc:sldChg chg="del">
        <pc:chgData name="Shiv Shivhare" userId="e430a6e0-652f-47fd-8a9e-a5ca3b9c72fb" providerId="ADAL" clId="{3B97E77B-6756-4A06-8DD7-F7090C96E632}" dt="2025-02-02T07:41:53.276" v="1" actId="47"/>
        <pc:sldMkLst>
          <pc:docMk/>
          <pc:sldMk cId="3719215907" sldId="698"/>
        </pc:sldMkLst>
      </pc:sldChg>
      <pc:sldChg chg="del">
        <pc:chgData name="Shiv Shivhare" userId="e430a6e0-652f-47fd-8a9e-a5ca3b9c72fb" providerId="ADAL" clId="{3B97E77B-6756-4A06-8DD7-F7090C96E632}" dt="2025-02-02T07:41:55.385" v="2" actId="47"/>
        <pc:sldMkLst>
          <pc:docMk/>
          <pc:sldMk cId="1447106456" sldId="699"/>
        </pc:sldMkLst>
      </pc:sldChg>
      <pc:sldChg chg="del">
        <pc:chgData name="Shiv Shivhare" userId="e430a6e0-652f-47fd-8a9e-a5ca3b9c72fb" providerId="ADAL" clId="{3B97E77B-6756-4A06-8DD7-F7090C96E632}" dt="2025-02-02T07:41:57.310" v="3" actId="47"/>
        <pc:sldMkLst>
          <pc:docMk/>
          <pc:sldMk cId="245465024" sldId="700"/>
        </pc:sldMkLst>
      </pc:sldChg>
      <pc:sldChg chg="del">
        <pc:chgData name="Shiv Shivhare" userId="e430a6e0-652f-47fd-8a9e-a5ca3b9c72fb" providerId="ADAL" clId="{3B97E77B-6756-4A06-8DD7-F7090C96E632}" dt="2025-02-02T07:41:57.834" v="4" actId="47"/>
        <pc:sldMkLst>
          <pc:docMk/>
          <pc:sldMk cId="3683216263" sldId="701"/>
        </pc:sldMkLst>
      </pc:sldChg>
      <pc:sldChg chg="del">
        <pc:chgData name="Shiv Shivhare" userId="e430a6e0-652f-47fd-8a9e-a5ca3b9c72fb" providerId="ADAL" clId="{3B97E77B-6756-4A06-8DD7-F7090C96E632}" dt="2025-02-02T07:41:59.202" v="7" actId="47"/>
        <pc:sldMkLst>
          <pc:docMk/>
          <pc:sldMk cId="1483502088" sldId="702"/>
        </pc:sldMkLst>
      </pc:sldChg>
      <pc:sldChg chg="del">
        <pc:chgData name="Shiv Shivhare" userId="e430a6e0-652f-47fd-8a9e-a5ca3b9c72fb" providerId="ADAL" clId="{3B97E77B-6756-4A06-8DD7-F7090C96E632}" dt="2025-02-02T07:41:58.572" v="6" actId="47"/>
        <pc:sldMkLst>
          <pc:docMk/>
          <pc:sldMk cId="3108696464" sldId="703"/>
        </pc:sldMkLst>
      </pc:sldChg>
      <pc:sldChg chg="del">
        <pc:chgData name="Shiv Shivhare" userId="e430a6e0-652f-47fd-8a9e-a5ca3b9c72fb" providerId="ADAL" clId="{3B97E77B-6756-4A06-8DD7-F7090C96E632}" dt="2025-02-02T07:41:58.090" v="5" actId="47"/>
        <pc:sldMkLst>
          <pc:docMk/>
          <pc:sldMk cId="2500287524" sldId="704"/>
        </pc:sldMkLst>
      </pc:sldChg>
      <pc:sldChg chg="del">
        <pc:chgData name="Shiv Shivhare" userId="e430a6e0-652f-47fd-8a9e-a5ca3b9c72fb" providerId="ADAL" clId="{3B97E77B-6756-4A06-8DD7-F7090C96E632}" dt="2025-02-02T07:41:59.560" v="8" actId="47"/>
        <pc:sldMkLst>
          <pc:docMk/>
          <pc:sldMk cId="472300017" sldId="705"/>
        </pc:sldMkLst>
      </pc:sldChg>
      <pc:sldChg chg="del">
        <pc:chgData name="Shiv Shivhare" userId="e430a6e0-652f-47fd-8a9e-a5ca3b9c72fb" providerId="ADAL" clId="{3B97E77B-6756-4A06-8DD7-F7090C96E632}" dt="2025-02-02T07:41:59.864" v="9" actId="47"/>
        <pc:sldMkLst>
          <pc:docMk/>
          <pc:sldMk cId="1785114075" sldId="706"/>
        </pc:sldMkLst>
      </pc:sldChg>
      <pc:sldChg chg="del">
        <pc:chgData name="Shiv Shivhare" userId="e430a6e0-652f-47fd-8a9e-a5ca3b9c72fb" providerId="ADAL" clId="{3B97E77B-6756-4A06-8DD7-F7090C96E632}" dt="2025-02-02T07:42:00.233" v="10" actId="47"/>
        <pc:sldMkLst>
          <pc:docMk/>
          <pc:sldMk cId="78828615" sldId="709"/>
        </pc:sldMkLst>
      </pc:sldChg>
      <pc:sldChg chg="del">
        <pc:chgData name="Shiv Shivhare" userId="e430a6e0-652f-47fd-8a9e-a5ca3b9c72fb" providerId="ADAL" clId="{3B97E77B-6756-4A06-8DD7-F7090C96E632}" dt="2025-02-02T07:42:00.590" v="11" actId="47"/>
        <pc:sldMkLst>
          <pc:docMk/>
          <pc:sldMk cId="3090676102" sldId="712"/>
        </pc:sldMkLst>
      </pc:sldChg>
      <pc:sldChg chg="del">
        <pc:chgData name="Shiv Shivhare" userId="e430a6e0-652f-47fd-8a9e-a5ca3b9c72fb" providerId="ADAL" clId="{3B97E77B-6756-4A06-8DD7-F7090C96E632}" dt="2025-02-02T07:42:01.003" v="12" actId="47"/>
        <pc:sldMkLst>
          <pc:docMk/>
          <pc:sldMk cId="1170181433" sldId="718"/>
        </pc:sldMkLst>
      </pc:sldChg>
      <pc:sldChg chg="del">
        <pc:chgData name="Shiv Shivhare" userId="e430a6e0-652f-47fd-8a9e-a5ca3b9c72fb" providerId="ADAL" clId="{3B97E77B-6756-4A06-8DD7-F7090C96E632}" dt="2025-02-02T07:42:59.119" v="16" actId="47"/>
        <pc:sldMkLst>
          <pc:docMk/>
          <pc:sldMk cId="2739263713" sldId="719"/>
        </pc:sldMkLst>
      </pc:sldChg>
      <pc:sldChg chg="del">
        <pc:chgData name="Shiv Shivhare" userId="e430a6e0-652f-47fd-8a9e-a5ca3b9c72fb" providerId="ADAL" clId="{3B97E77B-6756-4A06-8DD7-F7090C96E632}" dt="2025-02-02T07:43:03.815" v="17" actId="47"/>
        <pc:sldMkLst>
          <pc:docMk/>
          <pc:sldMk cId="858485494" sldId="720"/>
        </pc:sldMkLst>
      </pc:sldChg>
      <pc:sldChg chg="del">
        <pc:chgData name="Shiv Shivhare" userId="e430a6e0-652f-47fd-8a9e-a5ca3b9c72fb" providerId="ADAL" clId="{3B97E77B-6756-4A06-8DD7-F7090C96E632}" dt="2025-02-02T07:42:01.410" v="13" actId="47"/>
        <pc:sldMkLst>
          <pc:docMk/>
          <pc:sldMk cId="3048865894" sldId="721"/>
        </pc:sldMkLst>
      </pc:sldChg>
      <pc:sldChg chg="del">
        <pc:chgData name="Shiv Shivhare" userId="e430a6e0-652f-47fd-8a9e-a5ca3b9c72fb" providerId="ADAL" clId="{3B97E77B-6756-4A06-8DD7-F7090C96E632}" dt="2025-02-02T07:42:02.656" v="15" actId="47"/>
        <pc:sldMkLst>
          <pc:docMk/>
          <pc:sldMk cId="4291078716" sldId="722"/>
        </pc:sldMkLst>
      </pc:sldChg>
      <pc:sldChg chg="del">
        <pc:chgData name="Shiv Shivhare" userId="e430a6e0-652f-47fd-8a9e-a5ca3b9c72fb" providerId="ADAL" clId="{3B97E77B-6756-4A06-8DD7-F7090C96E632}" dt="2025-02-02T07:42:01.858" v="14" actId="47"/>
        <pc:sldMkLst>
          <pc:docMk/>
          <pc:sldMk cId="319298321" sldId="72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7DF63D-6310-4FA3-AE36-2EE96B6C153D}" type="datetimeFigureOut">
              <a:rPr lang="en-IN" smtClean="0"/>
              <a:t>29-04-2025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1143000"/>
            <a:ext cx="51435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A917C9-8EC7-4203-BC85-C94ECA1CC6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69569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3050"/>
            <a:ext cx="3760392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812" y="273054"/>
            <a:ext cx="6389688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1435103"/>
            <a:ext cx="3760392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40361" y="4800600"/>
            <a:ext cx="68580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40361" y="612775"/>
            <a:ext cx="68580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40361" y="5367338"/>
            <a:ext cx="68580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4638"/>
            <a:ext cx="102870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1600204"/>
            <a:ext cx="102870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43704" y="274642"/>
            <a:ext cx="3085702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6594" y="274642"/>
            <a:ext cx="906661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7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05251" y="6356354"/>
            <a:ext cx="36195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91500" y="6356354"/>
            <a:ext cx="2667000" cy="365125"/>
          </a:xfrm>
          <a:prstGeom prst="rect">
            <a:avLst/>
          </a:prstGeom>
        </p:spPr>
        <p:txBody>
          <a:bodyPr/>
          <a:lstStyle/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1_Picture with Caption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787301" y="457200"/>
            <a:ext cx="368647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 panose="020F0502020204030204"/>
              <a:buNone/>
              <a:defRPr sz="3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4859238" y="987426"/>
            <a:ext cx="5786438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787301" y="2057401"/>
            <a:ext cx="368647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571500" lvl="0" indent="-28575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500"/>
            </a:lvl1pPr>
            <a:lvl2pPr marL="1143000" lvl="1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375"/>
            </a:lvl2pPr>
            <a:lvl3pPr marL="1714500" lvl="2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1125"/>
            </a:lvl3pPr>
            <a:lvl4pPr marL="2286000" lvl="3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4pPr>
            <a:lvl5pPr marL="2857500" lvl="4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5pPr>
            <a:lvl6pPr marL="3429000" lvl="5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6pPr>
            <a:lvl7pPr marL="4000500" lvl="6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7pPr>
            <a:lvl8pPr marL="4572000" lvl="7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8pPr>
            <a:lvl9pPr marL="5143500" lvl="8" indent="-28575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10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785813" y="6356351"/>
            <a:ext cx="2571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786188" y="6356351"/>
            <a:ext cx="38576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8072438" y="6356351"/>
            <a:ext cx="25717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 panose="020B0604020202020204"/>
              <a:buNone/>
              <a:defRPr sz="1125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298424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57250" y="2130425"/>
            <a:ext cx="97155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3886200"/>
            <a:ext cx="80010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3288" y="4406900"/>
            <a:ext cx="97155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3288" y="2906713"/>
            <a:ext cx="97155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600200"/>
            <a:ext cx="50673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91200" y="1600200"/>
            <a:ext cx="50673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535113"/>
            <a:ext cx="50498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2174875"/>
            <a:ext cx="50498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07075" y="1535113"/>
            <a:ext cx="50514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7075" y="2174875"/>
            <a:ext cx="50514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500" y="273050"/>
            <a:ext cx="376078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8813" y="273050"/>
            <a:ext cx="638968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1435100"/>
            <a:ext cx="376078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39963" y="4800600"/>
            <a:ext cx="68580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39963" y="612775"/>
            <a:ext cx="68580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239963" y="5367338"/>
            <a:ext cx="68580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86750" y="274638"/>
            <a:ext cx="257175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74638"/>
            <a:ext cx="756285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Master Page.jpg"/>
          <p:cNvPicPr>
            <a:picLocks noChangeAspect="1"/>
          </p:cNvPicPr>
          <p:nvPr userDrawn="1"/>
        </p:nvPicPr>
        <p:blipFill>
          <a:blip r:embed="rId14" cstate="screen"/>
          <a:srcRect/>
          <a:stretch>
            <a:fillRect/>
          </a:stretch>
        </p:blipFill>
        <p:spPr>
          <a:xfrm>
            <a:off x="0" y="0"/>
            <a:ext cx="11430000" cy="941746"/>
          </a:xfrm>
          <a:prstGeom prst="rect">
            <a:avLst/>
          </a:prstGeom>
        </p:spPr>
      </p:pic>
      <p:pic>
        <p:nvPicPr>
          <p:cNvPr id="8" name="Picture 7" descr="Master Page.jpg"/>
          <p:cNvPicPr>
            <a:picLocks noChangeAspect="1"/>
          </p:cNvPicPr>
          <p:nvPr userDrawn="1"/>
        </p:nvPicPr>
        <p:blipFill rotWithShape="1">
          <a:blip r:embed="rId15" cstate="screen"/>
          <a:srcRect l="26990"/>
          <a:stretch/>
        </p:blipFill>
        <p:spPr>
          <a:xfrm>
            <a:off x="4343400" y="6473347"/>
            <a:ext cx="7086600" cy="3810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>
          <a:xfrm>
            <a:off x="10820400" y="6477000"/>
            <a:ext cx="5334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A02A10D-2263-4C90-A7AB-1C107B9DE31C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53468" y="76208"/>
            <a:ext cx="2590800" cy="86553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46B2B8C-6123-4C35-8877-E88B2D7C1AF6}"/>
              </a:ext>
            </a:extLst>
          </p:cNvPr>
          <p:cNvSpPr txBox="1"/>
          <p:nvPr userDrawn="1"/>
        </p:nvSpPr>
        <p:spPr>
          <a:xfrm>
            <a:off x="4572000" y="6524624"/>
            <a:ext cx="2856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>
                <a:solidFill>
                  <a:schemeClr val="bg1"/>
                </a:solidFill>
              </a:rPr>
              <a:t>2</a:t>
            </a:r>
            <a:r>
              <a:rPr lang="en-IN" sz="1200" baseline="30000">
                <a:solidFill>
                  <a:schemeClr val="bg1"/>
                </a:solidFill>
              </a:rPr>
              <a:t>nd</a:t>
            </a:r>
            <a:r>
              <a:rPr lang="en-IN" sz="1200">
                <a:solidFill>
                  <a:schemeClr val="bg1"/>
                </a:solidFill>
              </a:rPr>
              <a:t> Annual Convocation – 01 October 2020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2" r:id="rId12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71500" y="274638"/>
            <a:ext cx="10287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71500" y="1600200"/>
            <a:ext cx="102870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1500" y="6356350"/>
            <a:ext cx="2667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05250" y="6356350"/>
            <a:ext cx="36195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191500" y="6356350"/>
            <a:ext cx="2667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30B232-DD7F-42AA-A6BE-FC69144049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tutorial/2d/" TargetMode="External"/><Relationship Id="rId2" Type="http://schemas.openxmlformats.org/officeDocument/2006/relationships/hyperlink" Target="https://docs.oracle.com/javase/8/docs/api/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265428" y="-15298"/>
            <a:ext cx="5711686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Object Oriented Programming using Java (CSET-109)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1C971FB-0C9A-5189-B5C5-8E583510E7F5}"/>
              </a:ext>
            </a:extLst>
          </p:cNvPr>
          <p:cNvSpPr txBox="1"/>
          <p:nvPr/>
        </p:nvSpPr>
        <p:spPr>
          <a:xfrm>
            <a:off x="4787153" y="4200056"/>
            <a:ext cx="603324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sz="2400" b="1" dirty="0"/>
              <a:t>Presented By:</a:t>
            </a:r>
            <a:br>
              <a:rPr lang="en-IN" sz="2400" b="1" dirty="0"/>
            </a:br>
            <a:r>
              <a:rPr lang="en-IN" sz="2400" dirty="0"/>
              <a:t>1. Ayushika Verma, S24CSEU0362</a:t>
            </a:r>
          </a:p>
          <a:p>
            <a:pPr algn="r"/>
            <a:r>
              <a:rPr lang="en-IN" sz="2400" dirty="0"/>
              <a:t>2. Yosita Swarna, S24CSEU0240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2D0B37-20A9-C0B5-7264-4479DA3453CA}"/>
              </a:ext>
            </a:extLst>
          </p:cNvPr>
          <p:cNvSpPr txBox="1"/>
          <p:nvPr/>
        </p:nvSpPr>
        <p:spPr>
          <a:xfrm>
            <a:off x="2666416" y="2231076"/>
            <a:ext cx="571168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 err="1">
                <a:solidFill>
                  <a:srgbClr val="C00000"/>
                </a:solidFill>
              </a:rPr>
              <a:t>JCapture</a:t>
            </a:r>
            <a:endParaRPr lang="en-IN" sz="4000" b="1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5DCFEF-8528-ECF9-A284-482D0B6432BB}"/>
              </a:ext>
            </a:extLst>
          </p:cNvPr>
          <p:cNvSpPr txBox="1"/>
          <p:nvPr/>
        </p:nvSpPr>
        <p:spPr>
          <a:xfrm>
            <a:off x="475131" y="4200056"/>
            <a:ext cx="39534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Submitted To:</a:t>
            </a:r>
            <a:br>
              <a:rPr lang="en-IN" sz="2400" b="1" dirty="0"/>
            </a:br>
            <a:r>
              <a:rPr lang="en-IN" sz="2400" dirty="0"/>
              <a:t>Dr. Susmita Das</a:t>
            </a:r>
          </a:p>
        </p:txBody>
      </p:sp>
    </p:spTree>
    <p:extLst>
      <p:ext uri="{BB962C8B-B14F-4D97-AF65-F5344CB8AC3E}">
        <p14:creationId xmlns:p14="http://schemas.microsoft.com/office/powerpoint/2010/main" val="764345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Project description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F4AAE4-21F0-7D53-C53B-9991E604CBAE}"/>
              </a:ext>
            </a:extLst>
          </p:cNvPr>
          <p:cNvSpPr txBox="1"/>
          <p:nvPr/>
        </p:nvSpPr>
        <p:spPr>
          <a:xfrm>
            <a:off x="940324" y="1536569"/>
            <a:ext cx="9549352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 err="1">
                <a:solidFill>
                  <a:srgbClr val="094D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JCapture</a:t>
            </a:r>
            <a:r>
              <a:rPr lang="en-US" sz="2400" b="1" dirty="0">
                <a:solidFill>
                  <a:srgbClr val="094D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An Enhanced Screen Capturing Tool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000" b="1" dirty="0"/>
              <a:t>Overview:</a:t>
            </a: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desktop application built in </a:t>
            </a:r>
            <a:r>
              <a:rPr lang="en-US" sz="2000" b="1" dirty="0"/>
              <a:t>Java using Swing and AWT</a:t>
            </a:r>
            <a:r>
              <a:rPr lang="en-US" sz="2000" dirty="0"/>
              <a:t> to capture screenshots either in full-screen mode or using a custom snipping tool.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Provides </a:t>
            </a:r>
            <a:r>
              <a:rPr lang="en-US" sz="2000" b="1" dirty="0"/>
              <a:t>user-friendly UI</a:t>
            </a:r>
            <a:r>
              <a:rPr lang="en-US" sz="2000" dirty="0"/>
              <a:t>, </a:t>
            </a:r>
            <a:r>
              <a:rPr lang="en-US" sz="2000" b="1" dirty="0"/>
              <a:t>delay-based capturing</a:t>
            </a:r>
            <a:r>
              <a:rPr lang="en-US" sz="2000" dirty="0"/>
              <a:t>, </a:t>
            </a:r>
            <a:r>
              <a:rPr lang="en-US" sz="2000" b="1" dirty="0"/>
              <a:t>real-time countdown and progress bar</a:t>
            </a:r>
            <a:r>
              <a:rPr lang="en-US" sz="2000" dirty="0"/>
              <a:t>, and </a:t>
            </a:r>
            <a:r>
              <a:rPr lang="en-US" sz="2000" b="1" dirty="0"/>
              <a:t>preview support</a:t>
            </a:r>
            <a:r>
              <a:rPr lang="en-US" sz="20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Enables users to save screenshots with automatic timestamps into categorized directories.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Targeted at users who want </a:t>
            </a:r>
            <a:r>
              <a:rPr lang="en-US" sz="2000" b="1" dirty="0"/>
              <a:t>quick screen capture capabilities</a:t>
            </a:r>
            <a:r>
              <a:rPr lang="en-US" sz="2000" dirty="0"/>
              <a:t> with a visual feedback mechanism.</a:t>
            </a:r>
          </a:p>
        </p:txBody>
      </p:sp>
    </p:spTree>
    <p:extLst>
      <p:ext uri="{BB962C8B-B14F-4D97-AF65-F5344CB8AC3E}">
        <p14:creationId xmlns:p14="http://schemas.microsoft.com/office/powerpoint/2010/main" val="989047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Project description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8A79F8-5C11-1FFD-81A3-41ECC349C940}"/>
              </a:ext>
            </a:extLst>
          </p:cNvPr>
          <p:cNvSpPr txBox="1"/>
          <p:nvPr/>
        </p:nvSpPr>
        <p:spPr>
          <a:xfrm>
            <a:off x="940324" y="1536569"/>
            <a:ext cx="9549352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400" b="1" dirty="0" err="1">
                <a:solidFill>
                  <a:srgbClr val="094D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JCapture</a:t>
            </a:r>
            <a:r>
              <a:rPr lang="en-US" sz="2400" b="1" dirty="0">
                <a:solidFill>
                  <a:srgbClr val="094D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– An Enhanced Screen Capturing Tool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r>
              <a:rPr lang="en-US" sz="2000" b="1" dirty="0"/>
              <a:t>Highlighted Components:</a:t>
            </a:r>
          </a:p>
          <a:p>
            <a:pPr>
              <a:buNone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Dual capture modes: </a:t>
            </a:r>
            <a:r>
              <a:rPr lang="en-US" sz="2000" b="1" dirty="0"/>
              <a:t>Full Screen</a:t>
            </a:r>
            <a:r>
              <a:rPr lang="en-US" sz="2000" dirty="0"/>
              <a:t> and </a:t>
            </a:r>
            <a:r>
              <a:rPr lang="en-US" sz="2000" b="1" dirty="0"/>
              <a:t>Snipping Tool</a:t>
            </a:r>
            <a:r>
              <a:rPr lang="en-US" sz="20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Custom delay input</a:t>
            </a:r>
            <a:r>
              <a:rPr lang="en-US" sz="2000" dirty="0"/>
              <a:t> for timed screenshots.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Progress bar</a:t>
            </a:r>
            <a:r>
              <a:rPr lang="en-US" sz="2000" dirty="0"/>
              <a:t> to show the countdown visually.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 </a:t>
            </a:r>
            <a:r>
              <a:rPr lang="en-US" sz="2000" b="1" dirty="0"/>
              <a:t>cancel option</a:t>
            </a:r>
            <a:r>
              <a:rPr lang="en-US" sz="2000" dirty="0"/>
              <a:t> is available to abort the screenshot process at any time.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Live preview</a:t>
            </a:r>
            <a:r>
              <a:rPr lang="en-US" sz="2000" dirty="0"/>
              <a:t> of captured images.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r>
              <a:rPr lang="en-US" sz="2000" dirty="0"/>
              <a:t>Captured screenshots are automatically </a:t>
            </a:r>
            <a:r>
              <a:rPr lang="en-US" sz="2000" b="1" dirty="0"/>
              <a:t>saved with timestamps</a:t>
            </a:r>
            <a:r>
              <a:rPr lang="en-US" sz="2000" dirty="0"/>
              <a:t> under user’s current folder.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407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Solution approach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ECFC50-2C35-38CF-ECA2-1828E27A2188}"/>
              </a:ext>
            </a:extLst>
          </p:cNvPr>
          <p:cNvSpPr txBox="1"/>
          <p:nvPr/>
        </p:nvSpPr>
        <p:spPr>
          <a:xfrm>
            <a:off x="940324" y="1536569"/>
            <a:ext cx="9549352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94D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Step-by-Step Workflow: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User Input</a:t>
            </a:r>
            <a:r>
              <a:rPr lang="en-US" sz="2000" dirty="0"/>
              <a:t>: The user provides a delay in seconds and selects a capture mode.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Countdown Timer</a:t>
            </a:r>
            <a:r>
              <a:rPr lang="en-US" sz="2000" dirty="0"/>
              <a:t>: The application shows a real-time countdown with a visual progress bar.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Mode Selection</a:t>
            </a:r>
            <a:r>
              <a:rPr lang="en-US" sz="2000" dirty="0"/>
              <a:t>:</a:t>
            </a:r>
          </a:p>
          <a:p>
            <a:r>
              <a:rPr lang="en-US" sz="2000" dirty="0"/>
              <a:t>	</a:t>
            </a:r>
            <a:r>
              <a:rPr lang="en-US" sz="2000" u="sng" dirty="0"/>
              <a:t>Full Screen</a:t>
            </a:r>
            <a:r>
              <a:rPr lang="en-US" sz="2000" dirty="0"/>
              <a:t>: A Robot class captures the entire screen.</a:t>
            </a:r>
          </a:p>
          <a:p>
            <a:r>
              <a:rPr lang="en-US" sz="2000" dirty="0"/>
              <a:t>	</a:t>
            </a:r>
            <a:r>
              <a:rPr lang="en-US" sz="2000" u="sng" dirty="0"/>
              <a:t>Snipping Tool</a:t>
            </a:r>
            <a:r>
              <a:rPr lang="en-US" sz="2000" dirty="0"/>
              <a:t>: A transparent overlay allows users to select a specific area using 			          mouse events.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Saving and Preview</a:t>
            </a:r>
            <a:r>
              <a:rPr lang="en-US" sz="2000" dirty="0"/>
              <a:t>: The screenshot is saved in the SAVEDSCREENCAPTURES/&lt;username&gt; directory.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 A </a:t>
            </a:r>
            <a:r>
              <a:rPr lang="en-US" sz="2000" b="1" dirty="0"/>
              <a:t>preview of the screenshot</a:t>
            </a:r>
            <a:r>
              <a:rPr lang="en-US" sz="2000" dirty="0"/>
              <a:t> is displayed in the application.</a:t>
            </a:r>
          </a:p>
        </p:txBody>
      </p:sp>
    </p:spTree>
    <p:extLst>
      <p:ext uri="{BB962C8B-B14F-4D97-AF65-F5344CB8AC3E}">
        <p14:creationId xmlns:p14="http://schemas.microsoft.com/office/powerpoint/2010/main" val="1024638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Solution approach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CEA42B-8EF3-77AC-F2F4-41E1EDC1F4B3}"/>
              </a:ext>
            </a:extLst>
          </p:cNvPr>
          <p:cNvSpPr txBox="1"/>
          <p:nvPr/>
        </p:nvSpPr>
        <p:spPr>
          <a:xfrm>
            <a:off x="940324" y="1536569"/>
            <a:ext cx="954935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94D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Technical Highlights: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Java AWT &amp; Swing</a:t>
            </a:r>
            <a:r>
              <a:rPr lang="en-US" sz="2000" dirty="0"/>
              <a:t>: GUI components, event handling, and graphics.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 </a:t>
            </a:r>
            <a:r>
              <a:rPr lang="en-US" sz="2000" b="1" dirty="0" err="1"/>
              <a:t>BufferedImage</a:t>
            </a:r>
            <a:r>
              <a:rPr lang="en-US" sz="2000" b="1" dirty="0"/>
              <a:t> &amp; </a:t>
            </a:r>
            <a:r>
              <a:rPr lang="en-US" sz="2000" b="1" dirty="0" err="1"/>
              <a:t>ImageIO</a:t>
            </a:r>
            <a:r>
              <a:rPr lang="en-US" sz="2000" dirty="0"/>
              <a:t>: Image manipulation and saving.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Multi-threading</a:t>
            </a:r>
            <a:r>
              <a:rPr lang="en-US" sz="2000" dirty="0"/>
              <a:t>: Countdown is handled in a separate thread to prevent UI blocking.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Custom Snipping Tool</a:t>
            </a:r>
            <a:r>
              <a:rPr lang="en-US" sz="2000" dirty="0"/>
              <a:t>: Created using </a:t>
            </a:r>
            <a:r>
              <a:rPr lang="en-US" sz="2000" dirty="0" err="1"/>
              <a:t>JWindow</a:t>
            </a:r>
            <a:r>
              <a:rPr lang="en-US" sz="2000" dirty="0"/>
              <a:t> with overridden paint() and mouse listeners.</a:t>
            </a:r>
          </a:p>
        </p:txBody>
      </p:sp>
    </p:spTree>
    <p:extLst>
      <p:ext uri="{BB962C8B-B14F-4D97-AF65-F5344CB8AC3E}">
        <p14:creationId xmlns:p14="http://schemas.microsoft.com/office/powerpoint/2010/main" val="9209394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Individual contribution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F123DF-4800-A31A-E59D-74BA56218BD1}"/>
              </a:ext>
            </a:extLst>
          </p:cNvPr>
          <p:cNvSpPr txBox="1"/>
          <p:nvPr/>
        </p:nvSpPr>
        <p:spPr>
          <a:xfrm>
            <a:off x="940324" y="1536569"/>
            <a:ext cx="954935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94D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Designed and implemented user interface with Swing components</a:t>
            </a:r>
            <a:r>
              <a:rPr lang="en-US" sz="2000" dirty="0"/>
              <a:t>.</a:t>
            </a:r>
          </a:p>
          <a:p>
            <a:endParaRPr lang="en-US" sz="2000" dirty="0"/>
          </a:p>
          <a:p>
            <a:r>
              <a:rPr lang="en-US" sz="2000" b="1" dirty="0"/>
              <a:t>Ayushika Verma</a:t>
            </a:r>
            <a:r>
              <a:rPr lang="en-US" sz="2000" dirty="0"/>
              <a:t> Developed logic for: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Countdown and progress visualization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Dynamic preview window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Screenshot capturing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Error handling and feedback messages</a:t>
            </a:r>
          </a:p>
          <a:p>
            <a:endParaRPr lang="en-US" sz="2000" dirty="0"/>
          </a:p>
          <a:p>
            <a:r>
              <a:rPr lang="en-US" sz="2000" b="1" dirty="0"/>
              <a:t>Yosita Swarna</a:t>
            </a:r>
            <a:r>
              <a:rPr lang="en-US" sz="2000" dirty="0"/>
              <a:t> Integrated: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Snipping Tool with drawing logic and crop-saving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File system management and saving with timestamped filenames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Ensured responsiveness and smooth user experience with multi-threading and clean layout.</a:t>
            </a:r>
          </a:p>
        </p:txBody>
      </p:sp>
    </p:spTree>
    <p:extLst>
      <p:ext uri="{BB962C8B-B14F-4D97-AF65-F5344CB8AC3E}">
        <p14:creationId xmlns:p14="http://schemas.microsoft.com/office/powerpoint/2010/main" val="3193592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Applications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B0453A-5FCC-54D1-12C8-0BA6C01D451C}"/>
              </a:ext>
            </a:extLst>
          </p:cNvPr>
          <p:cNvSpPr txBox="1"/>
          <p:nvPr/>
        </p:nvSpPr>
        <p:spPr>
          <a:xfrm>
            <a:off x="940324" y="1536569"/>
            <a:ext cx="954935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94D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Practical Applications: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Educational</a:t>
            </a:r>
            <a:r>
              <a:rPr lang="en-US" sz="2000" dirty="0"/>
              <a:t> Use: Capture specific areas of online classes or notes.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Software Testing &amp; Documentation</a:t>
            </a:r>
            <a:r>
              <a:rPr lang="en-US" sz="2000" dirty="0"/>
              <a:t>: Developers/testers can quickly capture bugs or features.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Design Workflows: Designers can snip parts of screens for reference.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Presentation Prep: Create visual content for slides using selected screen captures.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Remote Collaboration: Share visual snippets with teams during online calls.</a:t>
            </a:r>
          </a:p>
        </p:txBody>
      </p:sp>
    </p:spTree>
    <p:extLst>
      <p:ext uri="{BB962C8B-B14F-4D97-AF65-F5344CB8AC3E}">
        <p14:creationId xmlns:p14="http://schemas.microsoft.com/office/powerpoint/2010/main" val="24604787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9C329-C63A-A47B-EBFC-15134976F1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A02A10D-2263-4C90-A7AB-1C107B9DE31C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7E014-2D06-6EF6-A50F-40A368FB3909}"/>
              </a:ext>
            </a:extLst>
          </p:cNvPr>
          <p:cNvSpPr txBox="1"/>
          <p:nvPr/>
        </p:nvSpPr>
        <p:spPr>
          <a:xfrm>
            <a:off x="157852" y="195732"/>
            <a:ext cx="57116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References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73F55FC-9BE8-DF20-62A9-1613CF33E2AC}"/>
              </a:ext>
            </a:extLst>
          </p:cNvPr>
          <p:cNvSpPr/>
          <p:nvPr/>
        </p:nvSpPr>
        <p:spPr>
          <a:xfrm>
            <a:off x="4572000" y="6569407"/>
            <a:ext cx="4114800" cy="272718"/>
          </a:xfrm>
          <a:prstGeom prst="rect">
            <a:avLst/>
          </a:prstGeom>
          <a:solidFill>
            <a:srgbClr val="4D4D4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501EF-6E28-D776-3A3C-FC9C2809532D}"/>
              </a:ext>
            </a:extLst>
          </p:cNvPr>
          <p:cNvSpPr txBox="1"/>
          <p:nvPr/>
        </p:nvSpPr>
        <p:spPr>
          <a:xfrm>
            <a:off x="940324" y="1536569"/>
            <a:ext cx="9549352" cy="22775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94DA5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Resources and References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Java Swing</a:t>
            </a:r>
            <a:r>
              <a:rPr lang="en-US" sz="2000" dirty="0"/>
              <a:t> and </a:t>
            </a:r>
            <a:r>
              <a:rPr lang="en-US" sz="2000" b="1" dirty="0"/>
              <a:t>AWT Documentation</a:t>
            </a:r>
            <a:r>
              <a:rPr lang="en-US" sz="2000" dirty="0"/>
              <a:t>: </a:t>
            </a:r>
            <a:r>
              <a:rPr lang="en-US" sz="2000" dirty="0">
                <a:hlinkClick r:id="rId2"/>
              </a:rPr>
              <a:t>https://docs.oracle.com/javase/8/docs/api/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Java 2D Graphics</a:t>
            </a:r>
            <a:r>
              <a:rPr lang="en-US" sz="2000" dirty="0"/>
              <a:t>: </a:t>
            </a:r>
            <a:r>
              <a:rPr lang="en-US" sz="2000" dirty="0">
                <a:hlinkClick r:id="rId3"/>
              </a:rPr>
              <a:t>https://docs.oracle.com/javase/tutorial/2d/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TutorialsPoint</a:t>
            </a:r>
            <a:r>
              <a:rPr lang="en-US" sz="2000" dirty="0"/>
              <a:t> – Java GUI Programming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 err="1"/>
              <a:t>StackOverflow</a:t>
            </a:r>
            <a:r>
              <a:rPr lang="en-US" sz="2000" dirty="0"/>
              <a:t> discussions on screenshot capture and </a:t>
            </a:r>
            <a:r>
              <a:rPr lang="en-US" sz="2000" dirty="0" err="1"/>
              <a:t>Jwindow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/>
              <a:t>GitHub snippets</a:t>
            </a:r>
            <a:r>
              <a:rPr lang="en-US" sz="2000" dirty="0"/>
              <a:t> for snipping tool logic (adapted)</a:t>
            </a:r>
          </a:p>
        </p:txBody>
      </p:sp>
    </p:spTree>
    <p:extLst>
      <p:ext uri="{BB962C8B-B14F-4D97-AF65-F5344CB8AC3E}">
        <p14:creationId xmlns:p14="http://schemas.microsoft.com/office/powerpoint/2010/main" val="6667422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9C92F430564EF4D984C4A50052D1AF6" ma:contentTypeVersion="8" ma:contentTypeDescription="Create a new document." ma:contentTypeScope="" ma:versionID="8ea2e7608f469c9e254f81e35472f47d">
  <xsd:schema xmlns:xsd="http://www.w3.org/2001/XMLSchema" xmlns:xs="http://www.w3.org/2001/XMLSchema" xmlns:p="http://schemas.microsoft.com/office/2006/metadata/properties" xmlns:ns2="0fbc9270-0da3-4309-bbac-5b4c8771e74b" xmlns:ns3="ab30937d-86ce-40fb-8648-9463b070ea83" targetNamespace="http://schemas.microsoft.com/office/2006/metadata/properties" ma:root="true" ma:fieldsID="c5e28a6ccad94107522dd8297a35fb96" ns2:_="" ns3:_="">
    <xsd:import namespace="0fbc9270-0da3-4309-bbac-5b4c8771e74b"/>
    <xsd:import namespace="ab30937d-86ce-40fb-8648-9463b070ea8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bc9270-0da3-4309-bbac-5b4c8771e74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b30937d-86ce-40fb-8648-9463b070ea8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FE9CAB-38C7-4334-BAE1-D9EA537FF66A}">
  <ds:schemaRefs>
    <ds:schemaRef ds:uri="http://schemas.microsoft.com/office/2006/metadata/properties"/>
    <ds:schemaRef ds:uri="http://purl.org/dc/terms/"/>
    <ds:schemaRef ds:uri="http://schemas.microsoft.com/office/2006/documentManagement/types"/>
    <ds:schemaRef ds:uri="0fbc9270-0da3-4309-bbac-5b4c8771e74b"/>
    <ds:schemaRef ds:uri="http://schemas.microsoft.com/office/infopath/2007/PartnerControls"/>
    <ds:schemaRef ds:uri="ab30937d-86ce-40fb-8648-9463b070ea83"/>
    <ds:schemaRef ds:uri="http://purl.org/dc/elements/1.1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B1FE39E-575E-4327-9668-9F25DDF93C2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8C4E62-7774-425A-95A0-8B6255321F20}">
  <ds:schemaRefs>
    <ds:schemaRef ds:uri="0fbc9270-0da3-4309-bbac-5b4c8771e74b"/>
    <ds:schemaRef ds:uri="ab30937d-86ce-40fb-8648-9463b070ea8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3501</TotalTime>
  <Words>543</Words>
  <Application>Microsoft Office PowerPoint</Application>
  <PresentationFormat>Custom</PresentationFormat>
  <Paragraphs>79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Tahoma</vt:lpstr>
      <vt:lpstr>Arial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landscape2</dc:creator>
  <cp:lastModifiedBy>AYUSHIKA VERMA</cp:lastModifiedBy>
  <cp:revision>27</cp:revision>
  <dcterms:created xsi:type="dcterms:W3CDTF">2016-09-19T07:02:22Z</dcterms:created>
  <dcterms:modified xsi:type="dcterms:W3CDTF">2025-04-29T18:57:09Z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0x01010069C92F430564EF4D984C4A50052D1AF6</vt:lpwstr>
  </property>
</Properties>
</file>